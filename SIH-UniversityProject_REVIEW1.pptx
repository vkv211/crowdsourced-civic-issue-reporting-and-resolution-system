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69" r:id="rId4"/>
    <p:sldId id="275" r:id="rId5"/>
    <p:sldId id="274" r:id="rId6"/>
    <p:sldId id="276" r:id="rId7"/>
    <p:sldId id="277" r:id="rId8"/>
    <p:sldId id="271" r:id="rId9"/>
    <p:sldId id="268" r:id="rId10"/>
    <p:sldId id="270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7690726-49DA-4552-BDEB-330DD8EA8BD9}" styleName="Table_0">
    <a:wholeTbl>
      <a:tcTxStyle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553085" y="1069102"/>
            <a:ext cx="10600584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/>
              <a:t>Crowdsourced Civic Issue Reporting and Resolution System</a:t>
            </a:r>
            <a:endParaRPr lang="en-US" alt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</a:t>
            </a:r>
            <a:r>
              <a:rPr lang="en-US" altLang="en-GB" sz="1800">
                <a:latin typeface="Cambria" panose="02040503050406030204" pitchFamily="18" charset="0"/>
                <a:ea typeface="Cambria" panose="02040503050406030204" pitchFamily="18" charset="0"/>
              </a:rPr>
              <a:t> COM_15</a:t>
            </a:r>
            <a:endParaRPr lang="en-US" altLang="en-GB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915425" y="2479855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  </a:t>
            </a:r>
            <a:r>
              <a:rPr lang="en-GB" altLang="en-GB" sz="24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 Babitha S</a:t>
            </a:r>
            <a:endParaRPr lang="en-GB" altLang="en-GB" sz="1800" b="1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US" alt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                          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89" name="Google Shape;89;p13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6782136"/>
              </p:ext>
            </p:extLst>
          </p:nvPr>
        </p:nvGraphicFramePr>
        <p:xfrm>
          <a:off x="553085" y="2513341"/>
          <a:ext cx="6734512" cy="2623116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34007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63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en-GB" sz="1800" b="1" u="none" strike="noStrike" cap="none" dirty="0">
                          <a:solidFill>
                            <a:srgbClr val="17365D"/>
                          </a:solidFill>
                        </a:rPr>
                        <a:t>     </a:t>
                      </a: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20221COM0084                   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ym typeface="+mn-ea"/>
                        </a:rPr>
                        <a:t>VISHNU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20221COM0096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 AKASH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0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20221COM0099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JAGADISH T S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6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63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11677" y="168334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CSE7302 –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790468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B.TECH 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Dr.Gopalkirshna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Shyam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Ms.Sumita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1800" b="1" i="0" u="none" strike="noStrike" cap="none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Guddin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Dr.Samapth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&amp; </a:t>
            </a:r>
            <a:r>
              <a:rPr lang="en-US" sz="1800" b="1" dirty="0" err="1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Dr.Geetha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Arjunan</a:t>
            </a:r>
            <a:endParaRPr lang="en-US"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75354" y="1212352"/>
            <a:ext cx="11044718" cy="474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8000" b="1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8000" b="1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7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7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</a:t>
            </a:r>
            <a:r>
              <a:rPr lang="en-US" altLang="en-GB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dirty="0"/>
              <a:t>SIH25031</a:t>
            </a:r>
            <a:endParaRPr lang="en-US" altLang="en-GB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471805" y="1143000"/>
            <a:ext cx="11008995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7500" lnSpcReduction="10000"/>
          </a:bodyPr>
          <a:lstStyle/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Citizens frequently encounter civic issues such as potholes, garbage overflow,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water leakage, broken streetlights, and sanitation problems.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complaint mechanisms are fragmented, manual, or lack transparency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and real-time tracking. This results in delayed resolution and poor accountability.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 a centralized, crowdsourced digital platform that allows citizens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to report civic issues and enables authorities to efficiently monitor and resolve them.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200" dirty="0"/>
              <a:t>To develop a centralized web-based platform for reporting civic issues.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enable citizens to submit complaints with descriptions and images.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allow authorities to track, manage, and resolve issues efficiently.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improve transparency and accountability in civic governance.</a:t>
            </a:r>
          </a:p>
          <a:p>
            <a:pPr marL="76200" indent="0">
              <a:buNone/>
            </a:pPr>
            <a:endParaRPr lang="en-US" altLang="en-US" sz="2200" dirty="0"/>
          </a:p>
          <a:p>
            <a:r>
              <a:rPr lang="en-US" altLang="en-US" sz="2200" dirty="0"/>
              <a:t>To encourage citizen participation through crowdsourced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Background and Related work for title Selection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584036" y="1199086"/>
            <a:ext cx="10668000" cy="442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None/>
            </a:pPr>
            <a:r>
              <a:rPr lang="en-US" alt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Work:</a:t>
            </a:r>
          </a:p>
          <a:p>
            <a:pPr marL="152400" lvl="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/>
              <a:t>Existing municipal grievance portals and mobile applications provide basic complaint registration but lack user engagement, transparency, and efficient tracking mechanisms. Many systems do not provide real-time updates or centralized dashboards. Studies in e-governance emphasize the role of digital platforms in improving civic participation and infrastructure management. A crowdsourced approach can significantly enhance issue identification and resolution efficiency.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7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Analysis of Problem Statement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952500"/>
            <a:ext cx="10668000" cy="4953000"/>
          </a:xfrm>
        </p:spPr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sz="2200" b="1" dirty="0"/>
              <a:t>Challenges:</a:t>
            </a:r>
          </a:p>
          <a:p>
            <a:pPr marL="76200" indent="0">
              <a:buNone/>
            </a:pP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No unified platform for civic issue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Delayed responses from authorities.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Lack of transparency in complaint resolution.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Poor citizen engagement.</a:t>
            </a:r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b="1" dirty="0"/>
              <a:t>Opportunities:</a:t>
            </a:r>
          </a:p>
          <a:p>
            <a:pPr marL="76200" indent="0">
              <a:buNone/>
            </a:pPr>
            <a:endParaRPr lang="en-US" altLang="en-US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Improved urban infrastructure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Increased citizen participation in governance.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/>
              <a:t>Efficient monitoring through centralized dashboards.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Innovation or Novel Contributions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altLang="en-US" sz="2200" b="1" dirty="0"/>
              <a:t>Innovation / Novel Contributions: </a:t>
            </a:r>
            <a:endParaRPr lang="en-US" altLang="en-US" sz="2200" dirty="0"/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dirty="0"/>
              <a:t>Crowdsourced civic issue reporting mechanism.</a:t>
            </a:r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dirty="0"/>
              <a:t>Centralized issue tracking and management system.</a:t>
            </a:r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dirty="0"/>
              <a:t>Category-based issue classification.</a:t>
            </a:r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dirty="0"/>
              <a:t>Transparent status updates for citizens.</a:t>
            </a:r>
          </a:p>
          <a:p>
            <a:pPr marL="76200" indent="0">
              <a:buNone/>
            </a:pPr>
            <a:endParaRPr lang="en-US" altLang="en-US" sz="2200" dirty="0"/>
          </a:p>
          <a:p>
            <a:pPr marL="76200" indent="0">
              <a:buNone/>
            </a:pPr>
            <a:r>
              <a:rPr lang="en-US" altLang="en-US" sz="2200" dirty="0"/>
              <a:t>Simple and user-friendly web interface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Languages Used: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HTML, CSS, JavaScript (Bootstrap for UI)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Backend &amp; AI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Python (Flask) / PHP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MySQL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/>
          <p:nvPr/>
        </p:nvSpPr>
        <p:spPr>
          <a:xfrm>
            <a:off x="558800" y="1143000"/>
            <a:ext cx="10922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altLang="en-US" sz="21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r>
              <a:rPr lang="en-US" altLang="en-US" sz="2100" dirty="0">
                <a:latin typeface="Cambria" panose="02040503050406030204" pitchFamily="18" charset="0"/>
                <a:ea typeface="Cambria" panose="02040503050406030204" pitchFamily="18" charset="0"/>
              </a:rPr>
              <a:t>https://github.com/prajwal37-a/CrowdsourcedCiviclssueReportingandResolutionSystem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50462" y="1548169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January 2026: Requirement analysis &amp; design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February 2026: Frontend development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March 2026: Backend development &amp; integration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April 2026: Testing, documentation &amp; final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1)A. Gupta et al., “E-Governance Systems for Urban Infrastructure Management,” IEEE Access, 2023.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2)R. Kumar and S. Verma, “Crowdsourced Platforms for Civic Issue Reporting,” IJEG, 2022.</a:t>
            </a: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3)Government of India, “Digital Governance and Smart Cities Framework,” 2021.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26*142"/>
  <p:tag name="TABLE_ENDDRAG_RECT" val="43*214*426*142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575</Words>
  <Application>Microsoft Office PowerPoint</Application>
  <PresentationFormat>Widescreen</PresentationFormat>
  <Paragraphs>118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Cambria</vt:lpstr>
      <vt:lpstr>Verdana</vt:lpstr>
      <vt:lpstr>Wingdings</vt:lpstr>
      <vt:lpstr>Bioinformatics</vt:lpstr>
      <vt:lpstr>Crowdsourced Civic Issue Reporting and Resolution System</vt:lpstr>
      <vt:lpstr>Content</vt:lpstr>
      <vt:lpstr>Problem Statement Number : SIH25031</vt:lpstr>
      <vt:lpstr>Objectives</vt:lpstr>
      <vt:lpstr>Background and Related work for title Selection</vt:lpstr>
      <vt:lpstr>Analysis of Problem Statement</vt:lpstr>
      <vt:lpstr>Innovation or Novel Contributions</vt:lpstr>
      <vt:lpstr>Analysis of Problem Statement (contd...)</vt:lpstr>
      <vt:lpstr>Github Link</vt:lpstr>
      <vt:lpstr>Timeline of the Project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JAGADISH T S</cp:lastModifiedBy>
  <cp:revision>53</cp:revision>
  <dcterms:created xsi:type="dcterms:W3CDTF">2025-08-10T19:51:00Z</dcterms:created>
  <dcterms:modified xsi:type="dcterms:W3CDTF">2026-01-19T07:03:22Z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87963BC07B8749C191BD0B06A72519E0_13</vt:lpwstr>
  </property>
  <property fmtid="{D5CDD505-2E9C-101B-9397-08002B2CF9AE}" pid="3" name="KSOProductBuildVer">
    <vt:lpwstr>1033-12.2.0.21931</vt:lpwstr>
  </property>
</Properties>
</file>